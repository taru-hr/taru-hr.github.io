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7D7-717C-0DB7-BFAD-8595E1DC6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C3E25-DA2F-470D-F5D4-60F62951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001A-9C01-E4B7-2426-06441CF8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531FB-D8E2-DA4E-E441-52A0C39B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09DBA-AC9B-DAC3-7E93-61DAA869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1986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ABFD-5BF3-79A0-39AA-85A8AE44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610C-7E3F-B3EC-314B-4A0F162B9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EA95-49CD-09F0-9621-E3040443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E5CAC-6980-AD14-4247-667DAB23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68C5-883E-4CE2-BA47-E52A9180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1971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7992-3712-9DD6-4353-E0FE7E8D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A0F0-9870-50B3-3B57-6CE507732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8800F-D2F6-F367-2526-45EA8264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2C05-67F2-B35C-547C-C6A394BF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DA898-6187-79A9-B5D6-46922108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6591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71FA-5C69-4211-F209-19371E08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1F462-F583-FEBA-5BC2-59B99E040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6B29A-9FEF-1935-EFC9-BB7B23A06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D30D4-04F7-9E2C-7EF9-B0709B94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B81BC-D59B-1A94-FFA2-8C341710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E6671-A6A7-B21B-F6CD-CF7A058B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5066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7C5D5-5895-2BE7-497D-F4E1263F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A63E4-C6A6-CA32-42F6-1C3E5D66C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3EAB1-823D-EE74-2110-C8C713B42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41DE4E-45EE-5D72-54AF-76990E1B2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84236-6AAB-33EC-F984-54E441E86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525A07-0B99-08D5-9D74-51BC40230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C811A-9815-0FA0-7E45-65E489B0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59B7C-3822-61D6-E2E0-5F70DA70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5321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DB7A-BB82-00F7-ED3D-0D5DC463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7C877-4376-1530-97C0-A7103ACC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7BBE3-8504-9DC0-A536-04DD050F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0E86C-D291-32B4-BE8B-5CC70AE4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5018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ACEDD-6C2B-9D1E-7C29-D64B40D9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42635-3681-7AE4-737F-9255964C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26652-EDD1-685C-7744-8839180F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8697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91320-8F38-731A-7C4C-1038BC91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CAD6-7BC8-27D8-434C-58AC2DAD7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B8146-C346-A3E1-4CE3-CE804B0E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DB5DB-6316-B323-9D92-BAD501A39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EAA77-A639-6EAE-0D6F-7E871802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332C4-1A7C-0BA3-2D9A-30E916FD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6917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E484-0137-A40A-6784-FBEF5D767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B28FC-7063-F8FC-94BC-7C7EDFCBC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59914-205A-8C17-3863-F6C69063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2A750-180A-CC36-E77F-70249045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5ECDE-908C-89BE-6D4B-E9A142799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F026-A7CD-544B-28D1-50532235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0504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6EE9-8C16-4188-3659-5B30F2DB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2A1F1-DF6F-D1C4-F4B5-281B629B6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53FBC-1CD4-D410-597C-620C8208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E665-A267-0A98-90EE-5574D74B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6BD74-860F-1844-CDD6-2E5CB5F5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0797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A910A-C739-E087-E448-AD0AD6C05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30849-A5BD-5520-BFC1-744158BD9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818F4-B239-94EC-204B-6758DDB4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70961-C183-CB9A-9C61-4351E899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68C6C-3C9A-21E2-F421-C6275E1C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7019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0BD3-D3B5-51BE-6D94-B6DEF077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20407-66DF-A1D8-49A3-A64641533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9CBA-8488-D582-3E0F-D12B6DFD9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82578-CD85-4173-AA0B-2D774A62166B}" type="datetimeFigureOut">
              <a:rPr lang="fi-FI" smtClean="0"/>
              <a:t>2.7.2026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D56D-74C6-5694-5FDB-624837B43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F8B3-F576-D668-036B-C8DE4BE53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4A154-BF19-488A-A2CE-DC305E983892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9931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AF3E11-6EEB-2F83-3DA1-9FFC28A55E09}"/>
              </a:ext>
            </a:extLst>
          </p:cNvPr>
          <p:cNvSpPr txBox="1"/>
          <p:nvPr/>
        </p:nvSpPr>
        <p:spPr>
          <a:xfrm>
            <a:off x="685800" y="4826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FFD65C"/>
                </a:solidFill>
                <a:latin typeface="Calibri" panose="020F0502020204030204" pitchFamily="34" charset="0"/>
              </a:rPr>
              <a:t>WORKED EXAMPLE 01   ·   RECRUITMENT SUPPORT</a:t>
            </a:r>
            <a:endParaRPr lang="fi-FI" sz="1300" b="1">
              <a:solidFill>
                <a:srgbClr val="FFD65C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F110-80B9-6E96-77D6-9BB56E14E269}"/>
              </a:ext>
            </a:extLst>
          </p:cNvPr>
          <p:cNvSpPr txBox="1"/>
          <p:nvPr/>
        </p:nvSpPr>
        <p:spPr>
          <a:xfrm>
            <a:off x="685800" y="762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3200" b="1">
                <a:solidFill>
                  <a:srgbClr val="FFD65C"/>
                </a:solidFill>
                <a:latin typeface="Calibri" panose="020F0502020204030204" pitchFamily="34" charset="0"/>
              </a:rPr>
              <a:t>Drafting a Job Advertisement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20CB2-21FF-EC4D-D7CB-C655A1726876}"/>
              </a:ext>
            </a:extLst>
          </p:cNvPr>
          <p:cNvSpPr txBox="1"/>
          <p:nvPr/>
        </p:nvSpPr>
        <p:spPr>
          <a:xfrm>
            <a:off x="685800" y="1397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Calibri" panose="020F0502020204030204" pitchFamily="34" charset="0"/>
              </a:rPr>
              <a:t>AI writes the first draft — HR reviews, tailors and approves it.</a:t>
            </a:r>
            <a:endParaRPr lang="fi-FI" sz="1400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4F6AE-F63D-15B0-72AC-BC20CDD2E089}"/>
              </a:ext>
            </a:extLst>
          </p:cNvPr>
          <p:cNvSpPr txBox="1"/>
          <p:nvPr/>
        </p:nvSpPr>
        <p:spPr>
          <a:xfrm>
            <a:off x="685800" y="1879600"/>
            <a:ext cx="617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SCENARIO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5EB60-1326-1F3B-182E-50A79A8C832C}"/>
              </a:ext>
            </a:extLst>
          </p:cNvPr>
          <p:cNvSpPr txBox="1"/>
          <p:nvPr/>
        </p:nvSpPr>
        <p:spPr>
          <a:xfrm>
            <a:off x="685800" y="2133600"/>
            <a:ext cx="617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E6E6E6"/>
                </a:solidFill>
                <a:latin typeface="Calibri" panose="020F0502020204030204" pitchFamily="34" charset="0"/>
              </a:rPr>
              <a:t>The HR team needs to recruit an HR Assistant.</a:t>
            </a:r>
            <a:endParaRPr lang="fi-FI" sz="140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14028-91FA-2F15-C21F-77614839849A}"/>
              </a:ext>
            </a:extLst>
          </p:cNvPr>
          <p:cNvSpPr txBox="1"/>
          <p:nvPr/>
        </p:nvSpPr>
        <p:spPr>
          <a:xfrm>
            <a:off x="685800" y="2540000"/>
            <a:ext cx="617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AI PROMPT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B9CB36-CB4F-C91A-46EA-3A971B0DAD69}"/>
              </a:ext>
            </a:extLst>
          </p:cNvPr>
          <p:cNvSpPr/>
          <p:nvPr/>
        </p:nvSpPr>
        <p:spPr>
          <a:xfrm>
            <a:off x="685800" y="2794000"/>
            <a:ext cx="6172200" cy="10668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9050">
            <a:solidFill>
              <a:srgbClr val="FFD6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50" i="1">
                <a:solidFill>
                  <a:srgbClr val="FFD65C"/>
                </a:solidFill>
                <a:latin typeface="Calibri" panose="020F0502020204030204" pitchFamily="34" charset="0"/>
              </a:rPr>
              <a:t>“</a:t>
            </a:r>
            <a:r>
              <a:rPr lang="en-US" sz="1350" i="1">
                <a:solidFill>
                  <a:srgbClr val="E6E6E6"/>
                </a:solidFill>
                <a:latin typeface="Calibri" panose="020F0502020204030204" pitchFamily="34" charset="0"/>
              </a:rPr>
              <a:t>Draft a professional job advertisement for an HR Assistant in an international company. Include key responsibilities, required qualifications, and a welcoming tone.”</a:t>
            </a:r>
            <a:endParaRPr lang="fi-FI" sz="1350" i="1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03975-6EAC-F0EC-77C2-63B56CFBA00F}"/>
              </a:ext>
            </a:extLst>
          </p:cNvPr>
          <p:cNvSpPr txBox="1"/>
          <p:nvPr/>
        </p:nvSpPr>
        <p:spPr>
          <a:xfrm>
            <a:off x="685800" y="3987800"/>
            <a:ext cx="617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AI DRAFT (EXCERPT)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BF18BE-144E-0023-4FB0-F2A07A643CB1}"/>
              </a:ext>
            </a:extLst>
          </p:cNvPr>
          <p:cNvSpPr/>
          <p:nvPr/>
        </p:nvSpPr>
        <p:spPr>
          <a:xfrm>
            <a:off x="685800" y="4241800"/>
            <a:ext cx="6172200" cy="18796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00" i="1">
                <a:solidFill>
                  <a:srgbClr val="9E9E9E"/>
                </a:solidFill>
                <a:latin typeface="Calibri" panose="020F0502020204030204" pitchFamily="34" charset="0"/>
              </a:rPr>
              <a:t>We are looking for an organized and service-oriented HR Assistant to join our HR team. In this role, you will support daily HR operations, maintain employee records, coordinate onboarding activities, and assist employees with HR-related inquiries...</a:t>
            </a:r>
            <a:endParaRPr lang="fi-FI" sz="1300" i="1">
              <a:solidFill>
                <a:srgbClr val="9E9E9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4341E-52B7-853F-28CE-27BBFD744E99}"/>
              </a:ext>
            </a:extLst>
          </p:cNvPr>
          <p:cNvSpPr txBox="1"/>
          <p:nvPr/>
        </p:nvSpPr>
        <p:spPr>
          <a:xfrm>
            <a:off x="7112000" y="18796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i-FI" sz="1200" b="1">
                <a:solidFill>
                  <a:srgbClr val="FFD65C"/>
                </a:solidFill>
                <a:latin typeface="Calibri" panose="020F0502020204030204" pitchFamily="34" charset="0"/>
              </a:rPr>
              <a:t>HR REVIEW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5ADD8B-0FEC-94F9-C228-8DF312FFF148}"/>
              </a:ext>
            </a:extLst>
          </p:cNvPr>
          <p:cNvSpPr/>
          <p:nvPr/>
        </p:nvSpPr>
        <p:spPr>
          <a:xfrm>
            <a:off x="7112000" y="2133600"/>
            <a:ext cx="4394200" cy="8890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5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350">
                <a:solidFill>
                  <a:srgbClr val="E6E6E6"/>
                </a:solidFill>
                <a:latin typeface="Calibri" panose="020F0502020204030204" pitchFamily="34" charset="0"/>
              </a:rPr>
              <a:t>   Tailored the language to match the company's employer brand.</a:t>
            </a:r>
            <a:endParaRPr lang="fi-FI" sz="13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9D8E50-CE94-F6A6-4AA4-356705EA862C}"/>
              </a:ext>
            </a:extLst>
          </p:cNvPr>
          <p:cNvSpPr/>
          <p:nvPr/>
        </p:nvSpPr>
        <p:spPr>
          <a:xfrm>
            <a:off x="7112000" y="3124200"/>
            <a:ext cx="4394200" cy="8890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en-US" sz="135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en-US" sz="1350">
                <a:solidFill>
                  <a:srgbClr val="E6E6E6"/>
                </a:solidFill>
                <a:latin typeface="Calibri" panose="020F0502020204030204" pitchFamily="34" charset="0"/>
              </a:rPr>
              <a:t>   Added information about hybrid work.</a:t>
            </a:r>
            <a:endParaRPr lang="fi-FI" sz="1350">
              <a:solidFill>
                <a:srgbClr val="E6E6E6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C26EF8-0B0D-AAAD-21E9-D47AEB7EA276}"/>
              </a:ext>
            </a:extLst>
          </p:cNvPr>
          <p:cNvSpPr/>
          <p:nvPr/>
        </p:nvSpPr>
        <p:spPr>
          <a:xfrm>
            <a:off x="7112000" y="4114800"/>
            <a:ext cx="4394200" cy="8890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fi-FI" sz="135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fi-FI" sz="1350">
                <a:solidFill>
                  <a:srgbClr val="E6E6E6"/>
                </a:solidFill>
                <a:latin typeface="Calibri" panose="020F0502020204030204" pitchFamily="34" charset="0"/>
              </a:rPr>
              <a:t>   Verified employment requirements.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7A1067-1B5B-277B-E88A-047333EAC3BE}"/>
              </a:ext>
            </a:extLst>
          </p:cNvPr>
          <p:cNvSpPr/>
          <p:nvPr/>
        </p:nvSpPr>
        <p:spPr>
          <a:xfrm>
            <a:off x="7112000" y="5105400"/>
            <a:ext cx="4394200" cy="889000"/>
          </a:xfrm>
          <a:prstGeom prst="roundRect">
            <a:avLst>
              <a:gd name="adj" fmla="val 8000"/>
            </a:avLst>
          </a:prstGeom>
          <a:solidFill>
            <a:srgbClr val="1A1A1B"/>
          </a:solidFill>
          <a:ln w="12700">
            <a:solidFill>
              <a:srgbClr val="3838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101600" rIns="177800" bIns="101600" rtlCol="0" anchor="ctr"/>
          <a:lstStyle/>
          <a:p>
            <a:r>
              <a:rPr lang="fi-FI" sz="1350" b="1">
                <a:solidFill>
                  <a:srgbClr val="43B778"/>
                </a:solidFill>
                <a:latin typeface="Calibri" panose="020F0502020204030204" pitchFamily="34" charset="0"/>
              </a:rPr>
              <a:t>✓</a:t>
            </a:r>
            <a:r>
              <a:rPr lang="fi-FI" sz="1350">
                <a:solidFill>
                  <a:srgbClr val="E6E6E6"/>
                </a:solidFill>
                <a:latin typeface="Calibri" panose="020F0502020204030204" pitchFamily="34" charset="0"/>
              </a:rPr>
              <a:t>   Removed overly generic wording.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3DDDE0-60C5-DE3D-C0AE-EE0796BBC0E6}"/>
              </a:ext>
            </a:extLst>
          </p:cNvPr>
          <p:cNvSpPr txBox="1"/>
          <p:nvPr/>
        </p:nvSpPr>
        <p:spPr>
          <a:xfrm>
            <a:off x="685800" y="64516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nn-NO" sz="1100">
                <a:solidFill>
                  <a:srgbClr val="6E6E6E"/>
                </a:solidFill>
                <a:latin typeface="Calibri" panose="020F0502020204030204" pitchFamily="34" charset="0"/>
              </a:rPr>
              <a:t>Taru HR   ·   AI for Operational HR</a:t>
            </a:r>
            <a:endParaRPr lang="fi-FI" sz="1100">
              <a:solidFill>
                <a:srgbClr val="6E6E6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7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Tarppaa </dc:creator>
  <cp:lastModifiedBy>Tarppaa </cp:lastModifiedBy>
  <cp:revision>1</cp:revision>
  <dcterms:created xsi:type="dcterms:W3CDTF">2026-07-02T18:08:20Z</dcterms:created>
  <dcterms:modified xsi:type="dcterms:W3CDTF">2026-07-02T18:08:20Z</dcterms:modified>
</cp:coreProperties>
</file>